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2" r:id="rId6"/>
    <p:sldId id="261" r:id="rId7"/>
    <p:sldId id="264" r:id="rId8"/>
    <p:sldId id="263" r:id="rId9"/>
    <p:sldId id="25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59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87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988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03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57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6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099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83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758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243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5434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03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9767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327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992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01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0CD81-D308-4BB3-98DA-07692581513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3590077-A694-4E31-8323-1A8FF67D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68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C5A4-A547-C1D9-31A0-C27F45C06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5343" y="383458"/>
            <a:ext cx="6204154" cy="2651164"/>
          </a:xfrm>
        </p:spPr>
        <p:txBody>
          <a:bodyPr>
            <a:noAutofit/>
          </a:bodyPr>
          <a:lstStyle/>
          <a:p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3200" dirty="0">
                <a:latin typeface="Bodoni MT" panose="02070603080606020203" pitchFamily="18" charset="0"/>
              </a:rPr>
              <a:t>Name: Avanthi U C</a:t>
            </a:r>
            <a:br>
              <a:rPr lang="en-US" sz="3200" dirty="0">
                <a:latin typeface="Bodoni MT" panose="02070603080606020203" pitchFamily="18" charset="0"/>
              </a:rPr>
            </a:br>
            <a:br>
              <a:rPr lang="en-US" sz="3200" dirty="0">
                <a:latin typeface="Bodoni MT" panose="02070603080606020203" pitchFamily="18" charset="0"/>
              </a:rPr>
            </a:br>
            <a:r>
              <a:rPr lang="en-US" sz="3200" dirty="0">
                <a:latin typeface="Bodoni MT" panose="02070603080606020203" pitchFamily="18" charset="0"/>
              </a:rPr>
              <a:t>Project: Food Waste Management</a:t>
            </a:r>
            <a:br>
              <a:rPr lang="en-US" sz="3200" dirty="0">
                <a:latin typeface="Bodoni MT" panose="02070603080606020203" pitchFamily="18" charset="0"/>
              </a:rPr>
            </a:br>
            <a:br>
              <a:rPr lang="en-US" sz="3200" dirty="0">
                <a:latin typeface="Bodoni MT" panose="02070603080606020203" pitchFamily="18" charset="0"/>
              </a:rPr>
            </a:br>
            <a:r>
              <a:rPr lang="en-US" sz="3200" dirty="0">
                <a:latin typeface="Bodoni MT" panose="02070603080606020203" pitchFamily="18" charset="0"/>
              </a:rPr>
              <a:t>Course: Data Science</a:t>
            </a:r>
            <a:endParaRPr lang="en-IN" sz="3200" dirty="0">
              <a:latin typeface="Bodoni MT" panose="020706030806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55870-9443-0CB2-45AE-75CC5B826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498" y="2934764"/>
            <a:ext cx="6488856" cy="369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21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73E1A-048B-607B-CFF2-2BB1A2E0F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51" y="1799303"/>
            <a:ext cx="8915400" cy="4630994"/>
          </a:xfrm>
        </p:spPr>
        <p:txBody>
          <a:bodyPr>
            <a:noAutofit/>
          </a:bodyPr>
          <a:lstStyle/>
          <a:p>
            <a:r>
              <a:rPr lang="en-US" sz="2800" dirty="0"/>
              <a:t>Food wastage is a significant issue, with many households and restaurants discarding surplus food while numerous people struggle with food insecurity. This project aims to develop a Local Food Wastage Management System, where:</a:t>
            </a:r>
          </a:p>
          <a:p>
            <a:pPr fontAlgn="base"/>
            <a:r>
              <a:rPr lang="en-US" sz="2800" dirty="0"/>
              <a:t>Restaurants and individuals can list surplus food.</a:t>
            </a:r>
          </a:p>
          <a:p>
            <a:pPr fontAlgn="base"/>
            <a:r>
              <a:rPr lang="en-US" sz="2800" dirty="0"/>
              <a:t>NGOs or individuals in need can claim the food.</a:t>
            </a:r>
          </a:p>
          <a:p>
            <a:pPr fontAlgn="base"/>
            <a:r>
              <a:rPr lang="en-US" sz="2800" dirty="0"/>
              <a:t>SQL stores available food details and locations.</a:t>
            </a:r>
          </a:p>
          <a:p>
            <a:pPr fontAlgn="base"/>
            <a:r>
              <a:rPr lang="en-US" sz="2800" dirty="0"/>
              <a:t>A </a:t>
            </a:r>
            <a:r>
              <a:rPr lang="en-US" sz="2800" dirty="0" err="1"/>
              <a:t>Streamlit</a:t>
            </a:r>
            <a:r>
              <a:rPr lang="en-US" sz="2800" dirty="0"/>
              <a:t> app enables interaction, filtering, CRUD operation and visualization</a:t>
            </a:r>
          </a:p>
          <a:p>
            <a:endParaRPr lang="en-IN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258F0-6EAA-2580-2A7D-C1B6A3D88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b="1" u="sng" dirty="0">
                <a:latin typeface="Bodoni MT" panose="02070603080606020203" pitchFamily="18" charset="0"/>
              </a:rPr>
              <a:t>INTRODUCTION</a:t>
            </a:r>
            <a:endParaRPr lang="en-IN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568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0457F-3A21-8C39-83AD-15D666E5B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Bodoni MT" panose="02070603080606020203" pitchFamily="18" charset="0"/>
              </a:rPr>
              <a:t>Business Use Cases</a:t>
            </a:r>
            <a:br>
              <a:rPr lang="en-US" dirty="0">
                <a:latin typeface="Bodoni MT" panose="02070603080606020203" pitchFamily="18" charset="0"/>
              </a:rPr>
            </a:b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95E90-E4B5-2E3B-E69E-8AFAD1C64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8773" y="1905000"/>
            <a:ext cx="8915400" cy="2890684"/>
          </a:xfrm>
        </p:spPr>
        <p:txBody>
          <a:bodyPr>
            <a:normAutofit/>
          </a:bodyPr>
          <a:lstStyle/>
          <a:p>
            <a:pPr fontAlgn="base"/>
            <a:r>
              <a:rPr lang="en-US" sz="2400" b="1" dirty="0">
                <a:latin typeface="Bodoni MT" panose="02070603080606020203" pitchFamily="18" charset="0"/>
              </a:rPr>
              <a:t>Connecting surplus food providers</a:t>
            </a:r>
            <a:r>
              <a:rPr lang="en-US" sz="2400" dirty="0">
                <a:latin typeface="Bodoni MT" panose="02070603080606020203" pitchFamily="18" charset="0"/>
              </a:rPr>
              <a:t> to those in need through a structured platform.</a:t>
            </a:r>
          </a:p>
          <a:p>
            <a:pPr fontAlgn="base"/>
            <a:r>
              <a:rPr lang="en-US" sz="2400" b="1" dirty="0">
                <a:latin typeface="Bodoni MT" panose="02070603080606020203" pitchFamily="18" charset="0"/>
              </a:rPr>
              <a:t>Reducing food waste</a:t>
            </a:r>
            <a:r>
              <a:rPr lang="en-US" sz="2400" dirty="0">
                <a:latin typeface="Bodoni MT" panose="02070603080606020203" pitchFamily="18" charset="0"/>
              </a:rPr>
              <a:t> by redistributing excess food efficiently.</a:t>
            </a:r>
          </a:p>
          <a:p>
            <a:pPr fontAlgn="base"/>
            <a:r>
              <a:rPr lang="en-US" sz="2400" b="1" dirty="0">
                <a:latin typeface="Bodoni MT" panose="02070603080606020203" pitchFamily="18" charset="0"/>
              </a:rPr>
              <a:t>Data analysis</a:t>
            </a:r>
            <a:r>
              <a:rPr lang="en-US" sz="2400" dirty="0">
                <a:latin typeface="Bodoni MT" panose="02070603080606020203" pitchFamily="18" charset="0"/>
              </a:rPr>
              <a:t> on food wastage trends for better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168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2638-B474-2F2E-CAD2-386962DF2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136" y="443240"/>
            <a:ext cx="8911687" cy="1280890"/>
          </a:xfrm>
        </p:spPr>
        <p:txBody>
          <a:bodyPr/>
          <a:lstStyle/>
          <a:p>
            <a:pPr algn="ctr"/>
            <a:r>
              <a:rPr lang="en-US" b="1" u="sng" dirty="0">
                <a:latin typeface="Bodoni MT" panose="02070603080606020203" pitchFamily="18" charset="0"/>
              </a:rPr>
              <a:t>APPROACH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D307-3769-7B77-38EF-66C94DE3F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077" y="1905000"/>
            <a:ext cx="4666994" cy="3777622"/>
          </a:xfrm>
        </p:spPr>
        <p:txBody>
          <a:bodyPr>
            <a:normAutofit/>
          </a:bodyPr>
          <a:lstStyle/>
          <a:p>
            <a:r>
              <a:rPr lang="en-US" b="1" dirty="0"/>
              <a:t>1.Data Preparation</a:t>
            </a:r>
          </a:p>
          <a:p>
            <a:pPr marL="0" indent="0" fontAlgn="base">
              <a:buNone/>
            </a:pPr>
            <a:r>
              <a:rPr lang="en-US" dirty="0"/>
              <a:t>Utilizing a </a:t>
            </a:r>
            <a:r>
              <a:rPr lang="en-US" b="1" dirty="0"/>
              <a:t>provided dataset</a:t>
            </a:r>
            <a:r>
              <a:rPr lang="en-US" dirty="0"/>
              <a:t> containing food donation records.</a:t>
            </a:r>
          </a:p>
          <a:p>
            <a:pPr marL="0" indent="0" fontAlgn="base">
              <a:buNone/>
            </a:pPr>
            <a:r>
              <a:rPr lang="en-US" dirty="0"/>
              <a:t>Ensuring consistency and accuracy in data formatting.</a:t>
            </a:r>
          </a:p>
          <a:p>
            <a:r>
              <a:rPr lang="en-US" b="1" dirty="0"/>
              <a:t>2. Database Creation</a:t>
            </a:r>
          </a:p>
          <a:p>
            <a:pPr marL="0" indent="0" fontAlgn="base">
              <a:buNone/>
            </a:pPr>
            <a:r>
              <a:rPr lang="en-US" dirty="0"/>
              <a:t>Storing food availability data in </a:t>
            </a:r>
            <a:r>
              <a:rPr lang="en-US" b="1" dirty="0"/>
              <a:t>SQL tables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Implementing </a:t>
            </a:r>
            <a:r>
              <a:rPr lang="en-US" b="1" dirty="0"/>
              <a:t>CRUD operations</a:t>
            </a:r>
            <a:r>
              <a:rPr lang="en-US" dirty="0"/>
              <a:t> for updating, adding, and removing records.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517BFF-E75B-C90A-E25B-753BC73B1B9F}"/>
              </a:ext>
            </a:extLst>
          </p:cNvPr>
          <p:cNvSpPr txBox="1">
            <a:spLocks/>
          </p:cNvSpPr>
          <p:nvPr/>
        </p:nvSpPr>
        <p:spPr>
          <a:xfrm>
            <a:off x="6272980" y="1904999"/>
            <a:ext cx="5005489" cy="4603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3. Data Analysis.</a:t>
            </a:r>
          </a:p>
          <a:p>
            <a:pPr marL="0" indent="0" fontAlgn="base">
              <a:buNone/>
            </a:pPr>
            <a:r>
              <a:rPr lang="en-US" dirty="0"/>
              <a:t>Identify </a:t>
            </a:r>
            <a:r>
              <a:rPr lang="en-US" b="1" dirty="0"/>
              <a:t>food wastage trends</a:t>
            </a:r>
            <a:r>
              <a:rPr lang="en-US" dirty="0"/>
              <a:t> based on categories, locations, and expiry dates.</a:t>
            </a:r>
          </a:p>
          <a:p>
            <a:pPr marL="0" indent="0" fontAlgn="base">
              <a:buNone/>
            </a:pPr>
            <a:r>
              <a:rPr lang="en-US" dirty="0"/>
              <a:t>Generate reports for effective food distribution.</a:t>
            </a:r>
          </a:p>
          <a:p>
            <a:r>
              <a:rPr lang="en-US" b="1" dirty="0"/>
              <a:t>4. Application Development</a:t>
            </a:r>
          </a:p>
          <a:p>
            <a:pPr marL="0" indent="0">
              <a:buNone/>
            </a:pPr>
            <a:r>
              <a:rPr lang="en-US" dirty="0"/>
              <a:t>Develop a </a:t>
            </a:r>
            <a:r>
              <a:rPr lang="en-US" b="1" dirty="0" err="1"/>
              <a:t>Streamlit</a:t>
            </a:r>
            <a:r>
              <a:rPr lang="en-US" b="1" dirty="0"/>
              <a:t>-based user interface</a:t>
            </a:r>
            <a:r>
              <a:rPr lang="en-US" dirty="0"/>
              <a:t> to:</a:t>
            </a:r>
          </a:p>
          <a:p>
            <a:pPr marL="0" indent="0" fontAlgn="base">
              <a:buNone/>
            </a:pPr>
            <a:r>
              <a:rPr lang="en-US" dirty="0"/>
              <a:t>Display output of the  </a:t>
            </a:r>
            <a:r>
              <a:rPr lang="en-US" b="1" dirty="0"/>
              <a:t>15 SQL queries</a:t>
            </a:r>
            <a:r>
              <a:rPr lang="en-US" dirty="0"/>
              <a:t> .</a:t>
            </a:r>
          </a:p>
          <a:p>
            <a:pPr marL="0" indent="0" fontAlgn="base">
              <a:buNone/>
            </a:pPr>
            <a:r>
              <a:rPr lang="en-US" dirty="0"/>
              <a:t>Provide </a:t>
            </a:r>
            <a:r>
              <a:rPr lang="en-US" b="1" dirty="0"/>
              <a:t>filtering options</a:t>
            </a:r>
            <a:r>
              <a:rPr lang="en-US" dirty="0"/>
              <a:t> based on city, provider, food type, and meal type.</a:t>
            </a:r>
          </a:p>
          <a:p>
            <a:pPr marL="0" indent="0" fontAlgn="base">
              <a:buNone/>
            </a:pPr>
            <a:r>
              <a:rPr lang="en-US" dirty="0"/>
              <a:t>Show </a:t>
            </a:r>
            <a:r>
              <a:rPr lang="en-US" b="1" dirty="0"/>
              <a:t>contact details</a:t>
            </a:r>
            <a:r>
              <a:rPr lang="en-US" dirty="0"/>
              <a:t> of providers for direct coordination.</a:t>
            </a:r>
          </a:p>
          <a:p>
            <a:r>
              <a:rPr lang="en-US" b="1" dirty="0"/>
              <a:t>5. Deployment</a:t>
            </a:r>
          </a:p>
          <a:p>
            <a:pPr marL="0" indent="0" fontAlgn="base">
              <a:buNone/>
            </a:pPr>
            <a:r>
              <a:rPr lang="en-US" dirty="0"/>
              <a:t>Deploy the </a:t>
            </a:r>
            <a:r>
              <a:rPr lang="en-US" b="1" dirty="0" err="1"/>
              <a:t>Streamlit</a:t>
            </a:r>
            <a:r>
              <a:rPr lang="en-US" dirty="0"/>
              <a:t> application for accessibility and real-time interaction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4833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A126-B347-5BE4-B88E-D7D844DF0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667" y="-16335"/>
            <a:ext cx="8911687" cy="1280890"/>
          </a:xfrm>
        </p:spPr>
        <p:txBody>
          <a:bodyPr/>
          <a:lstStyle/>
          <a:p>
            <a:r>
              <a:rPr lang="en-IN" b="1" u="sng" dirty="0">
                <a:latin typeface="Bodoni MT" panose="02070603080606020203" pitchFamily="18" charset="0"/>
              </a:rPr>
              <a:t>DATASET</a:t>
            </a:r>
            <a:br>
              <a:rPr lang="en-IN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27CE3E-71B3-0D0E-D35B-15EAB43B1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102" y="282175"/>
            <a:ext cx="1392853" cy="3419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RECEIVERS</a:t>
            </a:r>
            <a:endParaRPr lang="en-IN" dirty="0"/>
          </a:p>
        </p:txBody>
      </p:sp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44F19465-5C72-5395-FD80-A41A6E129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3" y="745056"/>
            <a:ext cx="5733006" cy="2683943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480A54-DABC-F596-7A6D-1F8F56AF1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344" y="745057"/>
            <a:ext cx="6017343" cy="268394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C9C9F8-3F6E-5EDE-69E7-41B768200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11" y="4019345"/>
            <a:ext cx="5733006" cy="2838655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67E2C2-8212-00B2-8F6A-44B2164C3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344" y="3981040"/>
            <a:ext cx="6174656" cy="2838654"/>
          </a:xfrm>
          <a:prstGeom prst="rect">
            <a:avLst/>
          </a:prstGeom>
        </p:spPr>
      </p:pic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BE76BD6F-6ADD-05D5-D81B-02B794944FB3}"/>
              </a:ext>
            </a:extLst>
          </p:cNvPr>
          <p:cNvSpPr txBox="1">
            <a:spLocks/>
          </p:cNvSpPr>
          <p:nvPr/>
        </p:nvSpPr>
        <p:spPr>
          <a:xfrm>
            <a:off x="8542644" y="3602162"/>
            <a:ext cx="1392853" cy="3419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CLAIMS</a:t>
            </a:r>
            <a:endParaRPr lang="en-IN" dirty="0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431370A8-9827-54FC-7974-1E371EDD3D7C}"/>
              </a:ext>
            </a:extLst>
          </p:cNvPr>
          <p:cNvSpPr txBox="1">
            <a:spLocks/>
          </p:cNvSpPr>
          <p:nvPr/>
        </p:nvSpPr>
        <p:spPr>
          <a:xfrm>
            <a:off x="2068101" y="3549945"/>
            <a:ext cx="1581256" cy="4310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FOOD LISTINGS</a:t>
            </a:r>
            <a:endParaRPr lang="en-IN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9793865B-2C3D-CA17-AB11-BCB46EA2FDC1}"/>
              </a:ext>
            </a:extLst>
          </p:cNvPr>
          <p:cNvSpPr txBox="1">
            <a:spLocks/>
          </p:cNvSpPr>
          <p:nvPr/>
        </p:nvSpPr>
        <p:spPr>
          <a:xfrm>
            <a:off x="8542643" y="229960"/>
            <a:ext cx="1392853" cy="3419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PROVIDERS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45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35118A36-64E0-B7CC-835A-949FAC348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85" y="1256423"/>
            <a:ext cx="11041626" cy="5388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C2DF6E-9C19-0502-DBB8-B9CE28C36B1A}"/>
              </a:ext>
            </a:extLst>
          </p:cNvPr>
          <p:cNvSpPr txBox="1"/>
          <p:nvPr/>
        </p:nvSpPr>
        <p:spPr>
          <a:xfrm>
            <a:off x="3394004" y="301449"/>
            <a:ext cx="6322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/>
              <a:t>RELATIONSHIP DIAGRAM</a:t>
            </a:r>
            <a:endParaRPr lang="en-IN" sz="3600" b="1" u="sng" dirty="0"/>
          </a:p>
        </p:txBody>
      </p:sp>
    </p:spTree>
    <p:extLst>
      <p:ext uri="{BB962C8B-B14F-4D97-AF65-F5344CB8AC3E}">
        <p14:creationId xmlns:p14="http://schemas.microsoft.com/office/powerpoint/2010/main" val="7179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068EA-7958-3CD0-B7A4-60DE4C7B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STREAMLIT :</a:t>
            </a:r>
            <a:endParaRPr lang="en-IN" b="1" u="sng" dirty="0"/>
          </a:p>
        </p:txBody>
      </p:sp>
      <p:pic>
        <p:nvPicPr>
          <p:cNvPr id="5" name="Content Placeholder 4" descr="A screenshot of a search engine">
            <a:extLst>
              <a:ext uri="{FF2B5EF4-FFF2-40B4-BE49-F238E27FC236}">
                <a16:creationId xmlns:a16="http://schemas.microsoft.com/office/drawing/2014/main" id="{077F4A7C-CFDE-B812-8CD6-8CC73C450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835" y="1618105"/>
            <a:ext cx="10499777" cy="508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31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9CF076A8-A1F9-C0A8-A0A5-7802E9C74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4" y="3346809"/>
            <a:ext cx="10674700" cy="32438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E66E54-9DE8-981C-9379-3EB0C5BB7CC8}"/>
              </a:ext>
            </a:extLst>
          </p:cNvPr>
          <p:cNvSpPr txBox="1"/>
          <p:nvPr/>
        </p:nvSpPr>
        <p:spPr>
          <a:xfrm>
            <a:off x="2562330" y="950627"/>
            <a:ext cx="785663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"Meal Type which is claimed the most": """</a:t>
            </a:r>
          </a:p>
          <a:p>
            <a:r>
              <a:rPr lang="en-US" dirty="0"/>
              <a:t>        SELECT </a:t>
            </a:r>
            <a:r>
              <a:rPr lang="en-US" dirty="0" err="1"/>
              <a:t>food_listings.meal_type</a:t>
            </a:r>
            <a:r>
              <a:rPr lang="en-US" dirty="0"/>
              <a:t>, COUNT(</a:t>
            </a:r>
            <a:r>
              <a:rPr lang="en-US" dirty="0" err="1"/>
              <a:t>claims.claim_id</a:t>
            </a:r>
            <a:r>
              <a:rPr lang="en-US" dirty="0"/>
              <a:t>) AS total</a:t>
            </a:r>
          </a:p>
          <a:p>
            <a:r>
              <a:rPr lang="en-US" dirty="0"/>
              <a:t>        FROM claims</a:t>
            </a:r>
          </a:p>
          <a:p>
            <a:r>
              <a:rPr lang="en-US" dirty="0"/>
              <a:t>        JOIN </a:t>
            </a:r>
            <a:r>
              <a:rPr lang="en-US" dirty="0" err="1"/>
              <a:t>food_listings</a:t>
            </a:r>
            <a:r>
              <a:rPr lang="en-US" dirty="0"/>
              <a:t> ON </a:t>
            </a:r>
            <a:r>
              <a:rPr lang="en-US" dirty="0" err="1"/>
              <a:t>food_listings.food_id</a:t>
            </a:r>
            <a:r>
              <a:rPr lang="en-US" dirty="0"/>
              <a:t> = </a:t>
            </a:r>
            <a:r>
              <a:rPr lang="en-US" dirty="0" err="1"/>
              <a:t>claims.food_id</a:t>
            </a:r>
            <a:endParaRPr lang="en-US" dirty="0"/>
          </a:p>
          <a:p>
            <a:r>
              <a:rPr lang="en-US" dirty="0"/>
              <a:t>        GROUP BY </a:t>
            </a:r>
            <a:r>
              <a:rPr lang="en-US" dirty="0" err="1"/>
              <a:t>food_listings.meal_type</a:t>
            </a:r>
            <a:endParaRPr lang="en-US" dirty="0"/>
          </a:p>
          <a:p>
            <a:r>
              <a:rPr lang="en-US" dirty="0"/>
              <a:t>        ORDER BY total DESC</a:t>
            </a:r>
          </a:p>
          <a:p>
            <a:r>
              <a:rPr lang="en-US" dirty="0"/>
              <a:t>        LIMIT 1;</a:t>
            </a:r>
          </a:p>
          <a:p>
            <a:r>
              <a:rPr lang="en-US" dirty="0"/>
              <a:t>        """,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58930-A652-56C2-5249-A27E0F6F11D3}"/>
              </a:ext>
            </a:extLst>
          </p:cNvPr>
          <p:cNvSpPr txBox="1"/>
          <p:nvPr/>
        </p:nvSpPr>
        <p:spPr>
          <a:xfrm>
            <a:off x="4491443" y="173108"/>
            <a:ext cx="4304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u="sng" dirty="0"/>
              <a:t>SQL QUERY EXAMPLE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3021940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4B700-1E82-69D7-8DB9-68856C534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Bodoni MT" panose="02070603080606020203" pitchFamily="18" charset="0"/>
              </a:rPr>
              <a:t>Learnings</a:t>
            </a:r>
            <a:endParaRPr lang="en-IN" b="1" u="sng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76CFB-FE2E-2625-98C7-6F3F4C3A5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SQL:</a:t>
            </a:r>
          </a:p>
          <a:p>
            <a:r>
              <a:rPr lang="en-US" dirty="0"/>
              <a:t>Pandas:</a:t>
            </a:r>
          </a:p>
          <a:p>
            <a:r>
              <a:rPr lang="en-US" dirty="0" err="1"/>
              <a:t>Streamlit</a:t>
            </a:r>
            <a:r>
              <a:rPr lang="en-US" dirty="0"/>
              <a:t>:</a:t>
            </a:r>
          </a:p>
          <a:p>
            <a:r>
              <a:rPr lang="en-US" dirty="0"/>
              <a:t>Data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73825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85</TotalTime>
  <Words>359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Bodoni MT</vt:lpstr>
      <vt:lpstr>Century Gothic</vt:lpstr>
      <vt:lpstr>Wingdings 3</vt:lpstr>
      <vt:lpstr>Wisp</vt:lpstr>
      <vt:lpstr>    Name: Avanthi U C  Project: Food Waste Management  Course: Data Science</vt:lpstr>
      <vt:lpstr>INTRODUCTION</vt:lpstr>
      <vt:lpstr>Business Use Cases </vt:lpstr>
      <vt:lpstr>APPROACH </vt:lpstr>
      <vt:lpstr>DATASET </vt:lpstr>
      <vt:lpstr>PowerPoint Presentation</vt:lpstr>
      <vt:lpstr>STREAMLIT :</vt:lpstr>
      <vt:lpstr>PowerPoint Presentation</vt:lpstr>
      <vt:lpstr>Learnings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Avanthi U C</dc:creator>
  <cp:lastModifiedBy>ADMIN</cp:lastModifiedBy>
  <cp:revision>4</cp:revision>
  <dcterms:created xsi:type="dcterms:W3CDTF">2025-06-04T11:26:26Z</dcterms:created>
  <dcterms:modified xsi:type="dcterms:W3CDTF">2026-02-05T16:50:13Z</dcterms:modified>
</cp:coreProperties>
</file>